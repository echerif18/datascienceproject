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C4F001-F100-4CFE-B6DF-0ACA4D15DF3A}" type="doc">
      <dgm:prSet loTypeId="urn:microsoft.com/office/officeart/2005/8/layout/cycle1" loCatId="cycle" qsTypeId="urn:microsoft.com/office/officeart/2005/8/quickstyle/simple3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B8CD282D-98B6-425F-B9BF-B52C6E42FE50}">
      <dgm:prSet phldrT="[Text]"/>
      <dgm:spPr/>
      <dgm:t>
        <a:bodyPr/>
        <a:lstStyle/>
        <a:p>
          <a:r>
            <a:rPr lang="en-US" dirty="0"/>
            <a:t>Community Detection</a:t>
          </a:r>
        </a:p>
      </dgm:t>
    </dgm:pt>
    <dgm:pt modelId="{C676A895-E9ED-4954-8368-D4CA5AF70FB5}" type="parTrans" cxnId="{714F49CF-F2EF-474E-B981-4E75EB8F3ED1}">
      <dgm:prSet/>
      <dgm:spPr/>
      <dgm:t>
        <a:bodyPr/>
        <a:lstStyle/>
        <a:p>
          <a:endParaRPr lang="en-US"/>
        </a:p>
      </dgm:t>
    </dgm:pt>
    <dgm:pt modelId="{1D78F82D-FC52-48ED-A8CA-E9C8B522BE51}" type="sibTrans" cxnId="{714F49CF-F2EF-474E-B981-4E75EB8F3ED1}">
      <dgm:prSet/>
      <dgm:spPr/>
      <dgm:t>
        <a:bodyPr/>
        <a:lstStyle/>
        <a:p>
          <a:endParaRPr lang="en-US"/>
        </a:p>
      </dgm:t>
    </dgm:pt>
    <dgm:pt modelId="{2D581A4E-FB31-4698-AA25-9A27F6916F58}">
      <dgm:prSet phldrT="[Text]"/>
      <dgm:spPr/>
      <dgm:t>
        <a:bodyPr/>
        <a:lstStyle/>
        <a:p>
          <a:r>
            <a:rPr lang="en-US" dirty="0"/>
            <a:t>Node Embedding</a:t>
          </a:r>
        </a:p>
      </dgm:t>
    </dgm:pt>
    <dgm:pt modelId="{50F71D60-5838-479F-86A2-7AD0D89BC81F}" type="parTrans" cxnId="{08766362-3942-4796-AECC-234D3924781A}">
      <dgm:prSet/>
      <dgm:spPr/>
      <dgm:t>
        <a:bodyPr/>
        <a:lstStyle/>
        <a:p>
          <a:endParaRPr lang="en-US"/>
        </a:p>
      </dgm:t>
    </dgm:pt>
    <dgm:pt modelId="{AF4FDFD0-5055-4D20-953C-6380A520A7CD}" type="sibTrans" cxnId="{08766362-3942-4796-AECC-234D3924781A}">
      <dgm:prSet/>
      <dgm:spPr/>
      <dgm:t>
        <a:bodyPr/>
        <a:lstStyle/>
        <a:p>
          <a:endParaRPr lang="en-US"/>
        </a:p>
      </dgm:t>
    </dgm:pt>
    <dgm:pt modelId="{4DCC852F-BDEB-481B-8EC4-1C6A6A7D5026}">
      <dgm:prSet phldrT="[Text]"/>
      <dgm:spPr/>
      <dgm:t>
        <a:bodyPr/>
        <a:lstStyle/>
        <a:p>
          <a:r>
            <a:rPr lang="en-US" dirty="0"/>
            <a:t>Community Embedding</a:t>
          </a:r>
        </a:p>
      </dgm:t>
    </dgm:pt>
    <dgm:pt modelId="{B36AC25D-06C2-4572-B712-D92E2223A2E8}" type="parTrans" cxnId="{A2ED73BD-3F8D-452B-B964-4EFD1259A59C}">
      <dgm:prSet/>
      <dgm:spPr/>
      <dgm:t>
        <a:bodyPr/>
        <a:lstStyle/>
        <a:p>
          <a:endParaRPr lang="en-US"/>
        </a:p>
      </dgm:t>
    </dgm:pt>
    <dgm:pt modelId="{43A0EAAC-E608-4958-BE80-A425676F1899}" type="sibTrans" cxnId="{A2ED73BD-3F8D-452B-B964-4EFD1259A59C}">
      <dgm:prSet/>
      <dgm:spPr/>
      <dgm:t>
        <a:bodyPr/>
        <a:lstStyle/>
        <a:p>
          <a:endParaRPr lang="en-US"/>
        </a:p>
      </dgm:t>
    </dgm:pt>
    <dgm:pt modelId="{21CD744E-7B61-4DF8-94BD-05B810C60A8C}" type="pres">
      <dgm:prSet presAssocID="{B7C4F001-F100-4CFE-B6DF-0ACA4D15DF3A}" presName="cycle" presStyleCnt="0">
        <dgm:presLayoutVars>
          <dgm:dir/>
          <dgm:resizeHandles val="exact"/>
        </dgm:presLayoutVars>
      </dgm:prSet>
      <dgm:spPr/>
    </dgm:pt>
    <dgm:pt modelId="{A18717FE-CA01-4CBB-8149-B8A382D10252}" type="pres">
      <dgm:prSet presAssocID="{B8CD282D-98B6-425F-B9BF-B52C6E42FE50}" presName="dummy" presStyleCnt="0"/>
      <dgm:spPr/>
    </dgm:pt>
    <dgm:pt modelId="{AC506CC2-FC9F-42E0-810C-5ECF10E329D9}" type="pres">
      <dgm:prSet presAssocID="{B8CD282D-98B6-425F-B9BF-B52C6E42FE50}" presName="node" presStyleLbl="revTx" presStyleIdx="0" presStyleCnt="3">
        <dgm:presLayoutVars>
          <dgm:bulletEnabled val="1"/>
        </dgm:presLayoutVars>
      </dgm:prSet>
      <dgm:spPr/>
    </dgm:pt>
    <dgm:pt modelId="{B1FCC48E-2BAB-4AD4-8020-377215300E7F}" type="pres">
      <dgm:prSet presAssocID="{1D78F82D-FC52-48ED-A8CA-E9C8B522BE51}" presName="sibTrans" presStyleLbl="node1" presStyleIdx="0" presStyleCnt="3"/>
      <dgm:spPr/>
    </dgm:pt>
    <dgm:pt modelId="{B9E23F02-D6A1-4C25-9D62-101D52ECDC18}" type="pres">
      <dgm:prSet presAssocID="{4DCC852F-BDEB-481B-8EC4-1C6A6A7D5026}" presName="dummy" presStyleCnt="0"/>
      <dgm:spPr/>
    </dgm:pt>
    <dgm:pt modelId="{FB565C17-9831-474D-BC86-25AFD4A4BC06}" type="pres">
      <dgm:prSet presAssocID="{4DCC852F-BDEB-481B-8EC4-1C6A6A7D5026}" presName="node" presStyleLbl="revTx" presStyleIdx="1" presStyleCnt="3">
        <dgm:presLayoutVars>
          <dgm:bulletEnabled val="1"/>
        </dgm:presLayoutVars>
      </dgm:prSet>
      <dgm:spPr/>
    </dgm:pt>
    <dgm:pt modelId="{3C6E1B27-882C-4466-8600-F2EEA21178C0}" type="pres">
      <dgm:prSet presAssocID="{43A0EAAC-E608-4958-BE80-A425676F1899}" presName="sibTrans" presStyleLbl="node1" presStyleIdx="1" presStyleCnt="3"/>
      <dgm:spPr/>
    </dgm:pt>
    <dgm:pt modelId="{68287EFA-742A-4C0C-928E-1C6140B1C376}" type="pres">
      <dgm:prSet presAssocID="{2D581A4E-FB31-4698-AA25-9A27F6916F58}" presName="dummy" presStyleCnt="0"/>
      <dgm:spPr/>
    </dgm:pt>
    <dgm:pt modelId="{34E9A70B-1CD3-49CD-BE94-888E0D2A462B}" type="pres">
      <dgm:prSet presAssocID="{2D581A4E-FB31-4698-AA25-9A27F6916F58}" presName="node" presStyleLbl="revTx" presStyleIdx="2" presStyleCnt="3">
        <dgm:presLayoutVars>
          <dgm:bulletEnabled val="1"/>
        </dgm:presLayoutVars>
      </dgm:prSet>
      <dgm:spPr/>
    </dgm:pt>
    <dgm:pt modelId="{9941F741-5D00-4D93-B67C-349EB63AA6F1}" type="pres">
      <dgm:prSet presAssocID="{AF4FDFD0-5055-4D20-953C-6380A520A7CD}" presName="sibTrans" presStyleLbl="node1" presStyleIdx="2" presStyleCnt="3"/>
      <dgm:spPr/>
    </dgm:pt>
  </dgm:ptLst>
  <dgm:cxnLst>
    <dgm:cxn modelId="{8F0B1B05-BA38-424F-9547-9525184755E8}" type="presOf" srcId="{B8CD282D-98B6-425F-B9BF-B52C6E42FE50}" destId="{AC506CC2-FC9F-42E0-810C-5ECF10E329D9}" srcOrd="0" destOrd="0" presId="urn:microsoft.com/office/officeart/2005/8/layout/cycle1"/>
    <dgm:cxn modelId="{02F52A24-9A29-49BB-9EAC-4DA97C13EED5}" type="presOf" srcId="{B7C4F001-F100-4CFE-B6DF-0ACA4D15DF3A}" destId="{21CD744E-7B61-4DF8-94BD-05B810C60A8C}" srcOrd="0" destOrd="0" presId="urn:microsoft.com/office/officeart/2005/8/layout/cycle1"/>
    <dgm:cxn modelId="{607C7B38-5A13-4E2B-877F-F2D8ED622725}" type="presOf" srcId="{43A0EAAC-E608-4958-BE80-A425676F1899}" destId="{3C6E1B27-882C-4466-8600-F2EEA21178C0}" srcOrd="0" destOrd="0" presId="urn:microsoft.com/office/officeart/2005/8/layout/cycle1"/>
    <dgm:cxn modelId="{08766362-3942-4796-AECC-234D3924781A}" srcId="{B7C4F001-F100-4CFE-B6DF-0ACA4D15DF3A}" destId="{2D581A4E-FB31-4698-AA25-9A27F6916F58}" srcOrd="2" destOrd="0" parTransId="{50F71D60-5838-479F-86A2-7AD0D89BC81F}" sibTransId="{AF4FDFD0-5055-4D20-953C-6380A520A7CD}"/>
    <dgm:cxn modelId="{7E6CE49E-EB2F-47A5-AA58-FEFD28329A6B}" type="presOf" srcId="{4DCC852F-BDEB-481B-8EC4-1C6A6A7D5026}" destId="{FB565C17-9831-474D-BC86-25AFD4A4BC06}" srcOrd="0" destOrd="0" presId="urn:microsoft.com/office/officeart/2005/8/layout/cycle1"/>
    <dgm:cxn modelId="{A2ED73BD-3F8D-452B-B964-4EFD1259A59C}" srcId="{B7C4F001-F100-4CFE-B6DF-0ACA4D15DF3A}" destId="{4DCC852F-BDEB-481B-8EC4-1C6A6A7D5026}" srcOrd="1" destOrd="0" parTransId="{B36AC25D-06C2-4572-B712-D92E2223A2E8}" sibTransId="{43A0EAAC-E608-4958-BE80-A425676F1899}"/>
    <dgm:cxn modelId="{77CAF4C5-AD40-432B-A8BA-E11A88A60425}" type="presOf" srcId="{2D581A4E-FB31-4698-AA25-9A27F6916F58}" destId="{34E9A70B-1CD3-49CD-BE94-888E0D2A462B}" srcOrd="0" destOrd="0" presId="urn:microsoft.com/office/officeart/2005/8/layout/cycle1"/>
    <dgm:cxn modelId="{FB2BB0C6-D62B-476A-A6F1-DD17B58CC863}" type="presOf" srcId="{1D78F82D-FC52-48ED-A8CA-E9C8B522BE51}" destId="{B1FCC48E-2BAB-4AD4-8020-377215300E7F}" srcOrd="0" destOrd="0" presId="urn:microsoft.com/office/officeart/2005/8/layout/cycle1"/>
    <dgm:cxn modelId="{0ABB3FCE-0A66-48C9-B567-927C389FDF2A}" type="presOf" srcId="{AF4FDFD0-5055-4D20-953C-6380A520A7CD}" destId="{9941F741-5D00-4D93-B67C-349EB63AA6F1}" srcOrd="0" destOrd="0" presId="urn:microsoft.com/office/officeart/2005/8/layout/cycle1"/>
    <dgm:cxn modelId="{714F49CF-F2EF-474E-B981-4E75EB8F3ED1}" srcId="{B7C4F001-F100-4CFE-B6DF-0ACA4D15DF3A}" destId="{B8CD282D-98B6-425F-B9BF-B52C6E42FE50}" srcOrd="0" destOrd="0" parTransId="{C676A895-E9ED-4954-8368-D4CA5AF70FB5}" sibTransId="{1D78F82D-FC52-48ED-A8CA-E9C8B522BE51}"/>
    <dgm:cxn modelId="{421557D6-64B3-4919-9B72-3C2F6F8694D1}" type="presParOf" srcId="{21CD744E-7B61-4DF8-94BD-05B810C60A8C}" destId="{A18717FE-CA01-4CBB-8149-B8A382D10252}" srcOrd="0" destOrd="0" presId="urn:microsoft.com/office/officeart/2005/8/layout/cycle1"/>
    <dgm:cxn modelId="{287A8004-2501-4D59-B161-D089D1742BE9}" type="presParOf" srcId="{21CD744E-7B61-4DF8-94BD-05B810C60A8C}" destId="{AC506CC2-FC9F-42E0-810C-5ECF10E329D9}" srcOrd="1" destOrd="0" presId="urn:microsoft.com/office/officeart/2005/8/layout/cycle1"/>
    <dgm:cxn modelId="{F1F0FC75-B4EA-442C-BE5B-2C6A5EC18203}" type="presParOf" srcId="{21CD744E-7B61-4DF8-94BD-05B810C60A8C}" destId="{B1FCC48E-2BAB-4AD4-8020-377215300E7F}" srcOrd="2" destOrd="0" presId="urn:microsoft.com/office/officeart/2005/8/layout/cycle1"/>
    <dgm:cxn modelId="{5BBA2B71-6A7B-4A5F-8F87-0634B2E5A358}" type="presParOf" srcId="{21CD744E-7B61-4DF8-94BD-05B810C60A8C}" destId="{B9E23F02-D6A1-4C25-9D62-101D52ECDC18}" srcOrd="3" destOrd="0" presId="urn:microsoft.com/office/officeart/2005/8/layout/cycle1"/>
    <dgm:cxn modelId="{66D08BA0-C239-4882-9BE5-1F651D23DF36}" type="presParOf" srcId="{21CD744E-7B61-4DF8-94BD-05B810C60A8C}" destId="{FB565C17-9831-474D-BC86-25AFD4A4BC06}" srcOrd="4" destOrd="0" presId="urn:microsoft.com/office/officeart/2005/8/layout/cycle1"/>
    <dgm:cxn modelId="{F7E511CD-BD49-4DF3-BE04-83D5CF9DF235}" type="presParOf" srcId="{21CD744E-7B61-4DF8-94BD-05B810C60A8C}" destId="{3C6E1B27-882C-4466-8600-F2EEA21178C0}" srcOrd="5" destOrd="0" presId="urn:microsoft.com/office/officeart/2005/8/layout/cycle1"/>
    <dgm:cxn modelId="{308A4001-174F-44D3-BD3B-D92E2213FB0A}" type="presParOf" srcId="{21CD744E-7B61-4DF8-94BD-05B810C60A8C}" destId="{68287EFA-742A-4C0C-928E-1C6140B1C376}" srcOrd="6" destOrd="0" presId="urn:microsoft.com/office/officeart/2005/8/layout/cycle1"/>
    <dgm:cxn modelId="{874F6E44-E3FF-4E82-BF73-03737B0C9E08}" type="presParOf" srcId="{21CD744E-7B61-4DF8-94BD-05B810C60A8C}" destId="{34E9A70B-1CD3-49CD-BE94-888E0D2A462B}" srcOrd="7" destOrd="0" presId="urn:microsoft.com/office/officeart/2005/8/layout/cycle1"/>
    <dgm:cxn modelId="{A2E5CB39-1E76-4951-A0CE-776B80FE2718}" type="presParOf" srcId="{21CD744E-7B61-4DF8-94BD-05B810C60A8C}" destId="{9941F741-5D00-4D93-B67C-349EB63AA6F1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506CC2-FC9F-42E0-810C-5ECF10E329D9}">
      <dsp:nvSpPr>
        <dsp:cNvPr id="0" name=""/>
        <dsp:cNvSpPr/>
      </dsp:nvSpPr>
      <dsp:spPr>
        <a:xfrm>
          <a:off x="3150578" y="321729"/>
          <a:ext cx="1639490" cy="163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Community Detection</a:t>
          </a:r>
        </a:p>
      </dsp:txBody>
      <dsp:txXfrm>
        <a:off x="3150578" y="321729"/>
        <a:ext cx="1639490" cy="1639490"/>
      </dsp:txXfrm>
    </dsp:sp>
    <dsp:sp modelId="{B1FCC48E-2BAB-4AD4-8020-377215300E7F}">
      <dsp:nvSpPr>
        <dsp:cNvPr id="0" name=""/>
        <dsp:cNvSpPr/>
      </dsp:nvSpPr>
      <dsp:spPr>
        <a:xfrm>
          <a:off x="651520" y="-1336"/>
          <a:ext cx="3878558" cy="3878558"/>
        </a:xfrm>
        <a:prstGeom prst="circularArrow">
          <a:avLst>
            <a:gd name="adj1" fmla="val 8243"/>
            <a:gd name="adj2" fmla="val 575632"/>
            <a:gd name="adj3" fmla="val 2966074"/>
            <a:gd name="adj4" fmla="val 50236"/>
            <a:gd name="adj5" fmla="val 9617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B565C17-9831-474D-BC86-25AFD4A4BC06}">
      <dsp:nvSpPr>
        <dsp:cNvPr id="0" name=""/>
        <dsp:cNvSpPr/>
      </dsp:nvSpPr>
      <dsp:spPr>
        <a:xfrm>
          <a:off x="1771054" y="2711134"/>
          <a:ext cx="1639490" cy="163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Community Embedding</a:t>
          </a:r>
        </a:p>
      </dsp:txBody>
      <dsp:txXfrm>
        <a:off x="1771054" y="2711134"/>
        <a:ext cx="1639490" cy="1639490"/>
      </dsp:txXfrm>
    </dsp:sp>
    <dsp:sp modelId="{3C6E1B27-882C-4466-8600-F2EEA21178C0}">
      <dsp:nvSpPr>
        <dsp:cNvPr id="0" name=""/>
        <dsp:cNvSpPr/>
      </dsp:nvSpPr>
      <dsp:spPr>
        <a:xfrm>
          <a:off x="651520" y="-1336"/>
          <a:ext cx="3878558" cy="3878558"/>
        </a:xfrm>
        <a:prstGeom prst="circularArrow">
          <a:avLst>
            <a:gd name="adj1" fmla="val 8243"/>
            <a:gd name="adj2" fmla="val 575632"/>
            <a:gd name="adj3" fmla="val 10174132"/>
            <a:gd name="adj4" fmla="val 7258294"/>
            <a:gd name="adj5" fmla="val 9617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4E9A70B-1CD3-49CD-BE94-888E0D2A462B}">
      <dsp:nvSpPr>
        <dsp:cNvPr id="0" name=""/>
        <dsp:cNvSpPr/>
      </dsp:nvSpPr>
      <dsp:spPr>
        <a:xfrm>
          <a:off x="391530" y="321729"/>
          <a:ext cx="1639490" cy="163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Node Embedding</a:t>
          </a:r>
        </a:p>
      </dsp:txBody>
      <dsp:txXfrm>
        <a:off x="391530" y="321729"/>
        <a:ext cx="1639490" cy="1639490"/>
      </dsp:txXfrm>
    </dsp:sp>
    <dsp:sp modelId="{9941F741-5D00-4D93-B67C-349EB63AA6F1}">
      <dsp:nvSpPr>
        <dsp:cNvPr id="0" name=""/>
        <dsp:cNvSpPr/>
      </dsp:nvSpPr>
      <dsp:spPr>
        <a:xfrm>
          <a:off x="651520" y="-1336"/>
          <a:ext cx="3878558" cy="3878558"/>
        </a:xfrm>
        <a:prstGeom prst="circularArrow">
          <a:avLst>
            <a:gd name="adj1" fmla="val 8243"/>
            <a:gd name="adj2" fmla="val 575632"/>
            <a:gd name="adj3" fmla="val 16858793"/>
            <a:gd name="adj4" fmla="val 14965575"/>
            <a:gd name="adj5" fmla="val 9617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u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489AF-C3D3-45DC-BFC2-C69B4D2F7517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4EEE-5AAB-4201-9277-FFD417CC2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33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489AF-C3D3-45DC-BFC2-C69B4D2F7517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4EEE-5AAB-4201-9277-FFD417CC2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29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489AF-C3D3-45DC-BFC2-C69B4D2F7517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4EEE-5AAB-4201-9277-FFD417CC2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72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489AF-C3D3-45DC-BFC2-C69B4D2F7517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4EEE-5AAB-4201-9277-FFD417CC2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03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489AF-C3D3-45DC-BFC2-C69B4D2F7517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4EEE-5AAB-4201-9277-FFD417CC2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248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489AF-C3D3-45DC-BFC2-C69B4D2F7517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4EEE-5AAB-4201-9277-FFD417CC2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62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489AF-C3D3-45DC-BFC2-C69B4D2F7517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4EEE-5AAB-4201-9277-FFD417CC2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86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489AF-C3D3-45DC-BFC2-C69B4D2F7517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4EEE-5AAB-4201-9277-FFD417CC2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17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489AF-C3D3-45DC-BFC2-C69B4D2F7517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4EEE-5AAB-4201-9277-FFD417CC2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439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489AF-C3D3-45DC-BFC2-C69B4D2F7517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4EEE-5AAB-4201-9277-FFD417CC2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09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489AF-C3D3-45DC-BFC2-C69B4D2F7517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4EEE-5AAB-4201-9277-FFD417CC2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93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Grunddesign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umsplatzhalter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35489AF-C3D3-45DC-BFC2-C69B4D2F7517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2B24EEE-5AAB-4201-9277-FFD417CC228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431800" y="176165"/>
            <a:ext cx="8636000" cy="506461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100000"/>
              </a:lnSpc>
              <a:defRPr sz="2200" i="1">
                <a:solidFill>
                  <a:schemeClr val="bg2"/>
                </a:solidFill>
              </a:defRPr>
            </a:lvl1pPr>
          </a:lstStyle>
          <a:p>
            <a:pPr algn="l" rtl="0"/>
            <a:r>
              <a:rPr lang="en-US" b="0" i="1" u="none" baseline="0"/>
              <a:t>Click to edit Master title style</a:t>
            </a:r>
            <a:endParaRPr lang="en-GB" dirty="0"/>
          </a:p>
        </p:txBody>
      </p:sp>
      <p:sp>
        <p:nvSpPr>
          <p:cNvPr id="3" name="Line 8"/>
          <p:cNvSpPr>
            <a:spLocks noChangeShapeType="1"/>
          </p:cNvSpPr>
          <p:nvPr/>
        </p:nvSpPr>
        <p:spPr bwMode="auto">
          <a:xfrm>
            <a:off x="340784" y="682626"/>
            <a:ext cx="8636000" cy="9525"/>
          </a:xfrm>
          <a:prstGeom prst="line">
            <a:avLst/>
          </a:prstGeom>
          <a:ln>
            <a:solidFill>
              <a:srgbClr val="999F9E"/>
            </a:solidFill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pPr algn="l" rtl="0">
              <a:defRPr/>
            </a:pPr>
            <a:endParaRPr lang="en-GB" sz="180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/>
          </p:nvPr>
        </p:nvSpPr>
        <p:spPr>
          <a:xfrm>
            <a:off x="431801" y="1268414"/>
            <a:ext cx="11233151" cy="4681537"/>
          </a:xfrm>
          <a:prstGeom prst="rect">
            <a:avLst/>
          </a:prstGeom>
        </p:spPr>
        <p:txBody>
          <a:bodyPr lIns="216000" anchor="ctr" anchorCtr="0">
            <a:norm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400">
                <a:solidFill>
                  <a:srgbClr val="4D4D4D"/>
                </a:solidFill>
              </a:defRPr>
            </a:lvl4pPr>
            <a:lvl5pPr>
              <a:defRPr sz="1200">
                <a:solidFill>
                  <a:srgbClr val="4D4D4D"/>
                </a:solidFill>
              </a:defRPr>
            </a:lvl5pPr>
          </a:lstStyle>
          <a:p>
            <a:pPr lvl="0" algn="l" rtl="0"/>
            <a:r>
              <a:rPr lang="en-US" b="0" i="0" u="none" baseline="0"/>
              <a:t>Click to edit Master text styles</a:t>
            </a:r>
          </a:p>
          <a:p>
            <a:pPr lvl="1" algn="l" rtl="0"/>
            <a:r>
              <a:rPr lang="en-US" b="0" i="0" u="none" baseline="0"/>
              <a:t>Second level</a:t>
            </a:r>
          </a:p>
          <a:p>
            <a:pPr lvl="2" algn="l" rtl="0"/>
            <a:r>
              <a:rPr lang="en-US" b="0" i="0" u="none" baseline="0"/>
              <a:t>Third level</a:t>
            </a:r>
          </a:p>
          <a:p>
            <a:pPr lvl="3" algn="l" rtl="0"/>
            <a:r>
              <a:rPr lang="en-US" b="0" i="0" u="none" baseline="0"/>
              <a:t>Fourth level</a:t>
            </a:r>
          </a:p>
          <a:p>
            <a:pPr lvl="4" algn="l" rtl="0"/>
            <a:r>
              <a:rPr lang="en-US" b="0" i="0" u="none" baseline="0"/>
              <a:t>Fifth level</a:t>
            </a:r>
            <a:endParaRPr lang="en-GB" dirty="0"/>
          </a:p>
        </p:txBody>
      </p:sp>
      <p:sp>
        <p:nvSpPr>
          <p:cNvPr id="2" name="Line 2"/>
          <p:cNvSpPr>
            <a:spLocks noChangeShapeType="1"/>
          </p:cNvSpPr>
          <p:nvPr/>
        </p:nvSpPr>
        <p:spPr bwMode="auto">
          <a:xfrm flipV="1">
            <a:off x="340785" y="6381750"/>
            <a:ext cx="11324167" cy="0"/>
          </a:xfrm>
          <a:prstGeom prst="line">
            <a:avLst/>
          </a:prstGeom>
          <a:ln>
            <a:solidFill>
              <a:srgbClr val="999F9E"/>
            </a:solidFill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pPr algn="l" rtl="0">
              <a:defRPr/>
            </a:pPr>
            <a:endParaRPr lang="en-GB" sz="180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9998" y="279698"/>
            <a:ext cx="2546065" cy="88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641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8297917" cy="121624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5489AF-C3D3-45DC-BFC2-C69B4D2F7517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24EEE-5AAB-4201-9277-FFD417CC2286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9C973CD-D5B7-4A9D-922D-B599E322CED2}"/>
              </a:ext>
            </a:extLst>
          </p:cNvPr>
          <p:cNvCxnSpPr/>
          <p:nvPr/>
        </p:nvCxnSpPr>
        <p:spPr>
          <a:xfrm>
            <a:off x="838200" y="6264166"/>
            <a:ext cx="10515600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8" name="Grafik 3">
            <a:extLst>
              <a:ext uri="{FF2B5EF4-FFF2-40B4-BE49-F238E27FC236}">
                <a16:creationId xmlns:a16="http://schemas.microsoft.com/office/drawing/2014/main" id="{A69CCAB9-9305-438C-A994-1195092B073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6117" y="-89171"/>
            <a:ext cx="2957437" cy="13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417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u="none" kern="1200">
          <a:solidFill>
            <a:srgbClr val="9257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58B9E-87FB-4D50-8E6F-B6F61C211F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 Embedding with Self-clustering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9D6351-8E84-4CC0-9D00-0B9531D95E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 err="1"/>
              <a:t>Eya</a:t>
            </a:r>
            <a:r>
              <a:rPr lang="en-US" i="1" dirty="0"/>
              <a:t> </a:t>
            </a:r>
            <a:r>
              <a:rPr lang="en-US" i="1" dirty="0" err="1"/>
              <a:t>Cherif</a:t>
            </a:r>
            <a:endParaRPr lang="en-US" i="1" dirty="0"/>
          </a:p>
          <a:p>
            <a:r>
              <a:rPr lang="en-US" i="1" dirty="0"/>
              <a:t>Syed Rawshon Jamil</a:t>
            </a:r>
            <a:br>
              <a:rPr lang="en-US" i="1" dirty="0"/>
            </a:br>
            <a:r>
              <a:rPr lang="en-US" i="1" dirty="0" err="1"/>
              <a:t>Nurettin</a:t>
            </a:r>
            <a:r>
              <a:rPr lang="en-US" i="1" dirty="0"/>
              <a:t> Sabri </a:t>
            </a:r>
            <a:r>
              <a:rPr lang="en-US" i="1" dirty="0" err="1"/>
              <a:t>Öztürk</a:t>
            </a:r>
            <a:br>
              <a:rPr lang="en-US" i="1" dirty="0"/>
            </a:br>
            <a:r>
              <a:rPr lang="en-US" i="1" dirty="0" err="1"/>
              <a:t>Özer</a:t>
            </a:r>
            <a:r>
              <a:rPr lang="en-US" i="1" dirty="0"/>
              <a:t> </a:t>
            </a:r>
            <a:r>
              <a:rPr lang="en-US" i="1" dirty="0" err="1"/>
              <a:t>Yenihayat</a:t>
            </a:r>
            <a:br>
              <a:rPr lang="en-US" i="1" dirty="0"/>
            </a:br>
            <a:r>
              <a:rPr lang="en-US" i="1" dirty="0"/>
              <a:t>Seda </a:t>
            </a:r>
            <a:r>
              <a:rPr lang="en-US" i="1" dirty="0" err="1"/>
              <a:t>Toplar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585949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03E1-E8B4-4FB2-BD4A-9A653727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Com</a:t>
            </a:r>
            <a:r>
              <a:rPr lang="en-US" dirty="0"/>
              <a:t>munity </a:t>
            </a:r>
            <a:r>
              <a:rPr lang="en-US" u="sng" dirty="0"/>
              <a:t>E</a:t>
            </a:r>
            <a:r>
              <a:rPr lang="en-US" dirty="0"/>
              <a:t>mbedding (</a:t>
            </a:r>
            <a:r>
              <a:rPr lang="en-US" dirty="0" err="1"/>
              <a:t>ComE</a:t>
            </a:r>
            <a:r>
              <a:rPr lang="en-US" dirty="0"/>
              <a:t>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556DB85-009A-4014-B63E-03765C33CBF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8123680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6CD4B81-9950-4AF7-86E8-80F06CF85A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Node embedding improves</a:t>
            </a:r>
          </a:p>
          <a:p>
            <a:pPr lvl="1"/>
            <a:r>
              <a:rPr lang="en-US" dirty="0"/>
              <a:t>Community detection</a:t>
            </a:r>
          </a:p>
          <a:p>
            <a:r>
              <a:rPr lang="en-US" dirty="0"/>
              <a:t>Community Detection</a:t>
            </a:r>
          </a:p>
          <a:p>
            <a:pPr lvl="1"/>
            <a:r>
              <a:rPr lang="en-US" dirty="0"/>
              <a:t>Improves node embedding</a:t>
            </a:r>
          </a:p>
          <a:p>
            <a:r>
              <a:rPr lang="en-US" dirty="0"/>
              <a:t>Community embedding</a:t>
            </a:r>
          </a:p>
          <a:p>
            <a:pPr lvl="1"/>
            <a:r>
              <a:rPr lang="en-US" dirty="0"/>
              <a:t>improves node embedding</a:t>
            </a:r>
          </a:p>
          <a:p>
            <a:pPr lvl="2"/>
            <a:r>
              <a:rPr lang="en-US" dirty="0"/>
              <a:t> preserving high order proximity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08C0CD-4C9B-4B04-B792-1045ACF5ADEA}"/>
              </a:ext>
            </a:extLst>
          </p:cNvPr>
          <p:cNvSpPr txBox="1"/>
          <p:nvPr/>
        </p:nvSpPr>
        <p:spPr>
          <a:xfrm>
            <a:off x="2897861" y="2009422"/>
            <a:ext cx="1062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improves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CD0CB-8592-455A-9B9E-3F6B3AB1C8BC}"/>
              </a:ext>
            </a:extLst>
          </p:cNvPr>
          <p:cNvSpPr txBox="1"/>
          <p:nvPr/>
        </p:nvSpPr>
        <p:spPr>
          <a:xfrm rot="17531142">
            <a:off x="4264669" y="4204495"/>
            <a:ext cx="1062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improves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E82949-E323-4CBD-A11E-2F6AA2FC2842}"/>
              </a:ext>
            </a:extLst>
          </p:cNvPr>
          <p:cNvSpPr txBox="1"/>
          <p:nvPr/>
        </p:nvSpPr>
        <p:spPr>
          <a:xfrm rot="3582329">
            <a:off x="1591733" y="4316974"/>
            <a:ext cx="1062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improves</a:t>
            </a:r>
          </a:p>
        </p:txBody>
      </p:sp>
    </p:spTree>
    <p:extLst>
      <p:ext uri="{BB962C8B-B14F-4D97-AF65-F5344CB8AC3E}">
        <p14:creationId xmlns:p14="http://schemas.microsoft.com/office/powerpoint/2010/main" val="515169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813E63-9E39-48A9-85B5-952A941F3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ComE</a:t>
            </a:r>
            <a:r>
              <a:rPr lang="en-US" dirty="0"/>
              <a:t> ( Objective </a:t>
            </a:r>
            <a:r>
              <a:rPr lang="en-US" dirty="0" err="1"/>
              <a:t>funciton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71D1D40C-2E2B-4D64-94CE-F0B8D3441E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First order proximity</a:t>
                </a:r>
              </a:p>
              <a:p>
                <a:pPr lvl="1"/>
                <a:r>
                  <a:rPr lang="en-US" dirty="0"/>
                  <a:t>Two neighbor has similar embedding</a:t>
                </a:r>
              </a:p>
              <a:p>
                <a:r>
                  <a:rPr lang="en-US" dirty="0"/>
                  <a:t>Second order proximity</a:t>
                </a:r>
              </a:p>
              <a:p>
                <a:pPr lvl="1"/>
                <a:r>
                  <a:rPr lang="en-US" dirty="0"/>
                  <a:t>Both nodes share many context</a:t>
                </a:r>
              </a:p>
              <a:p>
                <a:pPr lvl="1"/>
                <a:r>
                  <a:rPr lang="en-US" dirty="0"/>
                  <a:t>We adopt negative sampling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define how well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generate it’s context</a:t>
                </a:r>
              </a:p>
              <a:p>
                <a:r>
                  <a:rPr lang="en-US" dirty="0"/>
                  <a:t>Community detection and embedding</a:t>
                </a:r>
              </a:p>
              <a:p>
                <a:pPr lvl="1"/>
                <a:r>
                  <a:rPr lang="en-US" dirty="0"/>
                  <a:t>In a single objective function</a:t>
                </a:r>
              </a:p>
              <a:p>
                <a:r>
                  <a:rPr lang="en-US" dirty="0"/>
                  <a:t>Final objective function</a:t>
                </a:r>
              </a:p>
              <a:p>
                <a:pPr lvl="1"/>
                <a:r>
                  <a:rPr lang="en-US" dirty="0"/>
                  <a:t>O = O</a:t>
                </a:r>
                <a:r>
                  <a:rPr lang="en-US" baseline="-25000" dirty="0"/>
                  <a:t>1</a:t>
                </a:r>
                <a:r>
                  <a:rPr lang="en-US" dirty="0"/>
                  <a:t> + O</a:t>
                </a:r>
                <a:r>
                  <a:rPr lang="en-US" baseline="-25000" dirty="0"/>
                  <a:t>2</a:t>
                </a:r>
                <a:r>
                  <a:rPr lang="en-US" dirty="0"/>
                  <a:t> + O</a:t>
                </a:r>
                <a:r>
                  <a:rPr lang="en-US" baseline="-25000" dirty="0"/>
                  <a:t>3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71D1D40C-2E2B-4D64-94CE-F0B8D3441E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822F0C6-CD99-48E6-A59C-4A5732EF9142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7981244" y="1871486"/>
            <a:ext cx="2324100" cy="3238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94C275-A328-44AA-8919-BF20E7E92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1244" y="2714360"/>
            <a:ext cx="2066925" cy="3143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A15ADDF-98E5-49D1-B491-5493C5C61A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1244" y="4177728"/>
            <a:ext cx="308610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87480"/>
      </p:ext>
    </p:extLst>
  </p:cSld>
  <p:clrMapOvr>
    <a:masterClrMapping/>
  </p:clrMapOvr>
</p:sld>
</file>

<file path=ppt/theme/theme1.xml><?xml version="1.0" encoding="utf-8"?>
<a:theme xmlns:a="http://schemas.openxmlformats.org/drawingml/2006/main" name="Jamil default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mil default" id="{1A6ACA65-E3A8-4EE0-B756-FA263086E27C}" vid="{6DBA61BE-8510-4AA5-A07F-362A7D56E35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Jamil default</Template>
  <TotalTime>128</TotalTime>
  <Words>105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Cambria Math</vt:lpstr>
      <vt:lpstr>Franklin Gothic Book</vt:lpstr>
      <vt:lpstr>Franklin Gothic Medium</vt:lpstr>
      <vt:lpstr>Wingdings</vt:lpstr>
      <vt:lpstr>Jamil default</vt:lpstr>
      <vt:lpstr>Graph Embedding with Self-clustering</vt:lpstr>
      <vt:lpstr>Community Embedding (ComE)</vt:lpstr>
      <vt:lpstr>ComE ( Objective funciton)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 Rawshon Jamil</dc:creator>
  <cp:lastModifiedBy>Syed Rawshon Jamil</cp:lastModifiedBy>
  <cp:revision>18</cp:revision>
  <dcterms:created xsi:type="dcterms:W3CDTF">2020-01-31T08:57:02Z</dcterms:created>
  <dcterms:modified xsi:type="dcterms:W3CDTF">2020-01-31T21:17:18Z</dcterms:modified>
</cp:coreProperties>
</file>